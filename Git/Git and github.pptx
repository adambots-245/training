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0" r:id="rId6"/>
    <p:sldId id="261" r:id="rId7"/>
    <p:sldId id="265" r:id="rId8"/>
    <p:sldId id="263" r:id="rId9"/>
    <p:sldId id="266" r:id="rId10"/>
    <p:sldId id="267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19" autoAdjust="0"/>
  </p:normalViewPr>
  <p:slideViewPr>
    <p:cSldViewPr snapToGrid="0">
      <p:cViewPr varScale="1">
        <p:scale>
          <a:sx n="83" d="100"/>
          <a:sy n="83" d="100"/>
        </p:scale>
        <p:origin x="63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6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529751"/>
            <a:ext cx="11029615" cy="4445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696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650521"/>
            <a:ext cx="5194767" cy="42105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650521"/>
            <a:ext cx="5194769" cy="42105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6850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88" y="157573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1" y="2250892"/>
            <a:ext cx="5194766" cy="381060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0032" y="157573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0030" y="2250892"/>
            <a:ext cx="5194771" cy="381060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758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Version 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4A0B-E41A-4136-A0AE-9673B508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version control system</a:t>
            </a:r>
            <a:endParaRPr lang="en-US" dirty="0"/>
          </a:p>
        </p:txBody>
      </p:sp>
      <p:pic>
        <p:nvPicPr>
          <p:cNvPr id="1026" name="Picture 2" descr="Version Control System | W3Docs Git Online Tutorial">
            <a:extLst>
              <a:ext uri="{FF2B5EF4-FFF2-40B4-BE49-F238E27FC236}">
                <a16:creationId xmlns:a16="http://schemas.microsoft.com/office/drawing/2014/main" id="{DBC8191E-3417-492F-B98C-6000BC72A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32" y="1955321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7DF781-F740-43D4-B0D3-F9BDCE2FD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817" y="1810738"/>
            <a:ext cx="54102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5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7EE8-D123-42B0-B15C-EB7D0189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version control</a:t>
            </a:r>
          </a:p>
        </p:txBody>
      </p:sp>
      <p:pic>
        <p:nvPicPr>
          <p:cNvPr id="2050" name="Picture 2" descr="Version control concepts and best practices">
            <a:extLst>
              <a:ext uri="{FF2B5EF4-FFF2-40B4-BE49-F238E27FC236}">
                <a16:creationId xmlns:a16="http://schemas.microsoft.com/office/drawing/2014/main" id="{EA3C83B8-FA69-42C3-9401-317FE401A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449" y="1641445"/>
            <a:ext cx="6267729" cy="482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84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20F1-5B6E-432F-B399-56D32E33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snapshots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DFE1B-5626-4EC6-815D-F0A1443F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89" y="1305464"/>
            <a:ext cx="8585022" cy="518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0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3959-8B23-43A7-A57D-8D60C1D2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git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A7FA5-F48A-433B-B37A-EC9C83656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36" r="12093"/>
          <a:stretch/>
        </p:blipFill>
        <p:spPr>
          <a:xfrm>
            <a:off x="230038" y="1628775"/>
            <a:ext cx="6256537" cy="3966893"/>
          </a:xfrm>
          <a:prstGeom prst="rect">
            <a:avLst/>
          </a:prstGeom>
        </p:spPr>
      </p:pic>
      <p:pic>
        <p:nvPicPr>
          <p:cNvPr id="4098" name="Picture 2" descr="Git Remote - javatpoint">
            <a:extLst>
              <a:ext uri="{FF2B5EF4-FFF2-40B4-BE49-F238E27FC236}">
                <a16:creationId xmlns:a16="http://schemas.microsoft.com/office/drawing/2014/main" id="{FB4B5BEE-B3C5-438F-9008-0293075AC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048" y="1533884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41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9983-D0BA-463E-9440-A38FE723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origin and remote</a:t>
            </a:r>
          </a:p>
        </p:txBody>
      </p:sp>
      <p:pic>
        <p:nvPicPr>
          <p:cNvPr id="5122" name="Picture 2" descr="Git - Remote Branches">
            <a:extLst>
              <a:ext uri="{FF2B5EF4-FFF2-40B4-BE49-F238E27FC236}">
                <a16:creationId xmlns:a16="http://schemas.microsoft.com/office/drawing/2014/main" id="{F9922657-2C85-42E2-A22A-A30708DA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15" y="1798968"/>
            <a:ext cx="6126741" cy="376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erver and local repositories after cloning.">
            <a:extLst>
              <a:ext uri="{FF2B5EF4-FFF2-40B4-BE49-F238E27FC236}">
                <a16:creationId xmlns:a16="http://schemas.microsoft.com/office/drawing/2014/main" id="{FF0D71A2-BA5F-4C95-BBBC-12EE175AA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44" y="1798968"/>
            <a:ext cx="5224189" cy="376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28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971F-2C4F-4B5A-B6A0-3FF9BDFB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origin and remote (contd.)</a:t>
            </a:r>
          </a:p>
        </p:txBody>
      </p:sp>
      <p:pic>
        <p:nvPicPr>
          <p:cNvPr id="6146" name="Picture 2" descr="`git fetch` updates your remote references">
            <a:extLst>
              <a:ext uri="{FF2B5EF4-FFF2-40B4-BE49-F238E27FC236}">
                <a16:creationId xmlns:a16="http://schemas.microsoft.com/office/drawing/2014/main" id="{E130C6B3-6225-4682-A363-42F5207A5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744"/>
            <a:ext cx="7620000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Git Pull vs Git Fetch - Studytonight">
            <a:extLst>
              <a:ext uri="{FF2B5EF4-FFF2-40B4-BE49-F238E27FC236}">
                <a16:creationId xmlns:a16="http://schemas.microsoft.com/office/drawing/2014/main" id="{7C2A3829-F610-4B12-89D2-218D65414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088" y="2469132"/>
            <a:ext cx="3531157" cy="284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86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4B99-FF22-4CEB-BA9F-EA4F8DD5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and merge</a:t>
            </a:r>
          </a:p>
        </p:txBody>
      </p:sp>
      <p:pic>
        <p:nvPicPr>
          <p:cNvPr id="3074" name="Picture 2" descr="Top 10 Version Control Systems | Hacker Noon">
            <a:extLst>
              <a:ext uri="{FF2B5EF4-FFF2-40B4-BE49-F238E27FC236}">
                <a16:creationId xmlns:a16="http://schemas.microsoft.com/office/drawing/2014/main" id="{8F325E5B-EE4C-41E6-B6FC-1DEBB4AEC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4"/>
          <a:stretch/>
        </p:blipFill>
        <p:spPr bwMode="auto">
          <a:xfrm>
            <a:off x="1441510" y="1344283"/>
            <a:ext cx="9053962" cy="534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32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AE77-EFF3-4D96-8206-B6715E45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conflicts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89D6C-4EAC-47F6-AE3D-B752F34C4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2" y="1546463"/>
            <a:ext cx="11462720" cy="317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441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{C3D17896-4D99-4E64-8518-8B4018315538}tf33552983_win32</Template>
  <TotalTime>247</TotalTime>
  <Words>35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Franklin Gothic Book</vt:lpstr>
      <vt:lpstr>Franklin Gothic Demi</vt:lpstr>
      <vt:lpstr>Wingdings 2</vt:lpstr>
      <vt:lpstr>DividendVTI</vt:lpstr>
      <vt:lpstr>Git and github</vt:lpstr>
      <vt:lpstr>What is a version control system</vt:lpstr>
      <vt:lpstr>Distributed version control</vt:lpstr>
      <vt:lpstr>Git snapshots</vt:lpstr>
      <vt:lpstr>Basic git workflow</vt:lpstr>
      <vt:lpstr>Git origin and remote</vt:lpstr>
      <vt:lpstr>Git origin and remote (contd.)</vt:lpstr>
      <vt:lpstr>Branch and merge</vt:lpstr>
      <vt:lpstr>Merge conflicts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and github</dc:title>
  <dc:creator>Bhuvaneswaran, Rajeev</dc:creator>
  <cp:lastModifiedBy>Bhuvaneswaran, Rajeev</cp:lastModifiedBy>
  <cp:revision>3</cp:revision>
  <dcterms:created xsi:type="dcterms:W3CDTF">2021-11-03T13:49:23Z</dcterms:created>
  <dcterms:modified xsi:type="dcterms:W3CDTF">2021-11-03T17:56:51Z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